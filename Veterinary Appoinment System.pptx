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1" r:id="rId3"/>
    <p:sldId id="262" r:id="rId4"/>
    <p:sldId id="258" r:id="rId5"/>
    <p:sldId id="259" r:id="rId6"/>
    <p:sldId id="260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63424-AAD2-46C3-862B-0442D8EFC051}" type="datetimeFigureOut">
              <a:rPr lang="en-IN" smtClean="0"/>
              <a:t>07-08-2025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9B5B9-B0A6-48B8-9926-E521674B32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93783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63424-AAD2-46C3-862B-0442D8EFC051}" type="datetimeFigureOut">
              <a:rPr lang="en-IN" smtClean="0"/>
              <a:t>07-08-2025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9B5B9-B0A6-48B8-9926-E521674B32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06922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63424-AAD2-46C3-862B-0442D8EFC051}" type="datetimeFigureOut">
              <a:rPr lang="en-IN" smtClean="0"/>
              <a:t>07-08-2025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9B5B9-B0A6-48B8-9926-E521674B32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19058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63424-AAD2-46C3-862B-0442D8EFC051}" type="datetimeFigureOut">
              <a:rPr lang="en-IN" smtClean="0"/>
              <a:t>07-08-2025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9B5B9-B0A6-48B8-9926-E521674B32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35299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63424-AAD2-46C3-862B-0442D8EFC051}" type="datetimeFigureOut">
              <a:rPr lang="en-IN" smtClean="0"/>
              <a:t>07-08-2025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9B5B9-B0A6-48B8-9926-E521674B32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66739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63424-AAD2-46C3-862B-0442D8EFC051}" type="datetimeFigureOut">
              <a:rPr lang="en-IN" smtClean="0"/>
              <a:t>07-08-2025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9B5B9-B0A6-48B8-9926-E521674B32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47922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63424-AAD2-46C3-862B-0442D8EFC051}" type="datetimeFigureOut">
              <a:rPr lang="en-IN" smtClean="0"/>
              <a:t>07-08-2025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9B5B9-B0A6-48B8-9926-E521674B32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83040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63424-AAD2-46C3-862B-0442D8EFC051}" type="datetimeFigureOut">
              <a:rPr lang="en-IN" smtClean="0"/>
              <a:t>07-08-2025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9B5B9-B0A6-48B8-9926-E521674B32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55828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63424-AAD2-46C3-862B-0442D8EFC051}" type="datetimeFigureOut">
              <a:rPr lang="en-IN" smtClean="0"/>
              <a:t>07-08-2025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9B5B9-B0A6-48B8-9926-E521674B32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31672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63424-AAD2-46C3-862B-0442D8EFC051}" type="datetimeFigureOut">
              <a:rPr lang="en-IN" smtClean="0"/>
              <a:t>07-08-2025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9B5B9-B0A6-48B8-9926-E521674B32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65575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63424-AAD2-46C3-862B-0442D8EFC051}" type="datetimeFigureOut">
              <a:rPr lang="en-IN" smtClean="0"/>
              <a:t>07-08-2025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9B5B9-B0A6-48B8-9926-E521674B32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84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63424-AAD2-46C3-862B-0442D8EFC051}" type="datetimeFigureOut">
              <a:rPr lang="en-IN" smtClean="0"/>
              <a:t>07-08-2025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9B5B9-B0A6-48B8-9926-E521674B32F6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652817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63424-AAD2-46C3-862B-0442D8EFC051}" type="datetimeFigureOut">
              <a:rPr lang="en-IN" smtClean="0"/>
              <a:t>07-08-2025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9B5B9-B0A6-48B8-9926-E521674B32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86825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63424-AAD2-46C3-862B-0442D8EFC051}" type="datetimeFigureOut">
              <a:rPr lang="en-IN" smtClean="0"/>
              <a:t>07-08-2025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9B5B9-B0A6-48B8-9926-E521674B32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11447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63424-AAD2-46C3-862B-0442D8EFC051}" type="datetimeFigureOut">
              <a:rPr lang="en-IN" smtClean="0"/>
              <a:t>07-08-2025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9B5B9-B0A6-48B8-9926-E521674B32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49902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63424-AAD2-46C3-862B-0442D8EFC051}" type="datetimeFigureOut">
              <a:rPr lang="en-IN" smtClean="0"/>
              <a:t>07-08-2025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9B5B9-B0A6-48B8-9926-E521674B32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563835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63424-AAD2-46C3-862B-0442D8EFC051}" type="datetimeFigureOut">
              <a:rPr lang="en-IN" smtClean="0"/>
              <a:t>07-08-2025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9B5B9-B0A6-48B8-9926-E521674B32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1800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2B63424-AAD2-46C3-862B-0442D8EFC051}" type="datetimeFigureOut">
              <a:rPr lang="en-IN" smtClean="0"/>
              <a:t>07-08-2025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E9B5B9-B0A6-48B8-9926-E521674B32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319024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19C2C-1F1B-A418-9B80-3EEB540358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4670" y="2388781"/>
            <a:ext cx="10866473" cy="2522305"/>
          </a:xfrm>
        </p:spPr>
        <p:txBody>
          <a:bodyPr/>
          <a:lstStyle/>
          <a:p>
            <a:pPr algn="ctr"/>
            <a:r>
              <a:rPr lang="en-IN" sz="9600" b="1" dirty="0">
                <a:latin typeface="Aldhabi" panose="01000000000000000000" pitchFamily="2" charset="-78"/>
                <a:cs typeface="Aldhabi" panose="01000000000000000000" pitchFamily="2" charset="-78"/>
              </a:rPr>
              <a:t>Veterinary </a:t>
            </a:r>
            <a:r>
              <a:rPr lang="en-IN" sz="9600" b="1" dirty="0" err="1">
                <a:latin typeface="Aldhabi" panose="01000000000000000000" pitchFamily="2" charset="-78"/>
                <a:cs typeface="Aldhabi" panose="01000000000000000000" pitchFamily="2" charset="-78"/>
              </a:rPr>
              <a:t>Appoinment</a:t>
            </a:r>
            <a:r>
              <a:rPr lang="en-IN" sz="9600" b="1" dirty="0">
                <a:latin typeface="Aldhabi" panose="01000000000000000000" pitchFamily="2" charset="-78"/>
                <a:cs typeface="Aldhabi" panose="01000000000000000000" pitchFamily="2" charset="-78"/>
              </a:rPr>
              <a:t> System</a:t>
            </a:r>
            <a:br>
              <a:rPr lang="en-IN" sz="9600" b="1" dirty="0">
                <a:latin typeface="Aldhabi" panose="01000000000000000000" pitchFamily="2" charset="-78"/>
                <a:cs typeface="Aldhabi" panose="01000000000000000000" pitchFamily="2" charset="-78"/>
              </a:rPr>
            </a:br>
            <a:r>
              <a:rPr lang="en-IN" sz="4000" b="1" dirty="0">
                <a:latin typeface="Aldhabi" panose="01000000000000000000" pitchFamily="2" charset="-78"/>
                <a:cs typeface="Aldhabi" panose="01000000000000000000" pitchFamily="2" charset="-78"/>
              </a:rPr>
              <a:t>Course Name: Advanced </a:t>
            </a:r>
            <a:r>
              <a:rPr lang="en-IN" sz="4000" b="1" dirty="0" err="1">
                <a:latin typeface="Aldhabi" panose="01000000000000000000" pitchFamily="2" charset="-78"/>
                <a:cs typeface="Aldhabi" panose="01000000000000000000" pitchFamily="2" charset="-78"/>
              </a:rPr>
              <a:t>Databse</a:t>
            </a:r>
            <a:r>
              <a:rPr lang="en-IN" sz="4000" b="1" dirty="0">
                <a:latin typeface="Aldhabi" panose="01000000000000000000" pitchFamily="2" charset="-78"/>
                <a:cs typeface="Aldhabi" panose="01000000000000000000" pitchFamily="2" charset="-78"/>
              </a:rPr>
              <a:t> Systems</a:t>
            </a:r>
            <a:br>
              <a:rPr lang="en-IN" dirty="0">
                <a:latin typeface="Aldhabi" panose="01000000000000000000" pitchFamily="2" charset="-78"/>
                <a:cs typeface="Aldhabi" panose="01000000000000000000" pitchFamily="2" charset="-78"/>
              </a:rPr>
            </a:br>
            <a:r>
              <a:rPr lang="en-IN" sz="4000" b="1" dirty="0">
                <a:latin typeface="Aldhabi" panose="01000000000000000000" pitchFamily="2" charset="-78"/>
                <a:cs typeface="Aldhabi" panose="01000000000000000000" pitchFamily="2" charset="-78"/>
              </a:rPr>
              <a:t>under the guidance of</a:t>
            </a:r>
            <a:br>
              <a:rPr lang="en-IN" sz="4000" b="1" dirty="0">
                <a:latin typeface="Aldhabi" panose="01000000000000000000" pitchFamily="2" charset="-78"/>
                <a:cs typeface="Aldhabi" panose="01000000000000000000" pitchFamily="2" charset="-78"/>
              </a:rPr>
            </a:br>
            <a:r>
              <a:rPr lang="en-IN" sz="4000" b="1" dirty="0">
                <a:latin typeface="Aldhabi" panose="01000000000000000000" pitchFamily="2" charset="-78"/>
                <a:cs typeface="Aldhabi" panose="01000000000000000000" pitchFamily="2" charset="-78"/>
              </a:rPr>
              <a:t>Prof. </a:t>
            </a:r>
            <a:r>
              <a:rPr lang="en-IN" sz="4000" b="1" dirty="0" err="1">
                <a:latin typeface="Aldhabi" panose="01000000000000000000" pitchFamily="2" charset="-78"/>
                <a:cs typeface="Aldhabi" panose="01000000000000000000" pitchFamily="2" charset="-78"/>
              </a:rPr>
              <a:t>Khomsun</a:t>
            </a:r>
            <a:r>
              <a:rPr lang="en-IN" sz="4000" b="1" dirty="0">
                <a:latin typeface="Aldhabi" panose="01000000000000000000" pitchFamily="2" charset="-78"/>
                <a:cs typeface="Aldhabi" panose="01000000000000000000" pitchFamily="2" charset="-78"/>
              </a:rPr>
              <a:t> </a:t>
            </a:r>
            <a:r>
              <a:rPr lang="en-IN" sz="4000" b="1" dirty="0" err="1">
                <a:latin typeface="Aldhabi" panose="01000000000000000000" pitchFamily="2" charset="-78"/>
                <a:cs typeface="Aldhabi" panose="01000000000000000000" pitchFamily="2" charset="-78"/>
              </a:rPr>
              <a:t>Singhirunnusorn</a:t>
            </a:r>
            <a:br>
              <a:rPr lang="en-IN" sz="1800" dirty="0">
                <a:latin typeface="Aldhabi" panose="01000000000000000000" pitchFamily="2" charset="-78"/>
                <a:cs typeface="Aldhabi" panose="01000000000000000000" pitchFamily="2" charset="-78"/>
              </a:rPr>
            </a:br>
            <a:endParaRPr lang="en-IN" dirty="0">
              <a:latin typeface="Aldhabi" panose="01000000000000000000" pitchFamily="2" charset="-78"/>
              <a:cs typeface="Aldhabi" panose="01000000000000000000" pitchFamily="2" charset="-78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B49308-AC51-AA07-F627-5BA317522C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3986373"/>
            <a:ext cx="8825658" cy="1652427"/>
          </a:xfrm>
        </p:spPr>
        <p:txBody>
          <a:bodyPr>
            <a:normAutofit fontScale="70000" lnSpcReduction="20000"/>
          </a:bodyPr>
          <a:lstStyle/>
          <a:p>
            <a:r>
              <a:rPr lang="en-US" sz="3400" dirty="0"/>
              <a:t>Group-3:</a:t>
            </a:r>
          </a:p>
          <a:p>
            <a:r>
              <a:rPr lang="en-US" dirty="0"/>
              <a:t>ROHINI MUNIGANTI - 700762192</a:t>
            </a:r>
          </a:p>
          <a:p>
            <a:r>
              <a:rPr lang="en-US" dirty="0"/>
              <a:t>RISHIKA REDDY GANGAPURAM - 700765898</a:t>
            </a:r>
          </a:p>
          <a:p>
            <a:r>
              <a:rPr lang="en-US" dirty="0"/>
              <a:t>PADMINI BOLEM - 700763620</a:t>
            </a:r>
          </a:p>
          <a:p>
            <a:r>
              <a:rPr lang="en-US" dirty="0"/>
              <a:t>RAJA RAJESWARI REGALLA - 700776644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33839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DE54F-339E-5AE0-D0EF-7E13B768F8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DESCRIPTION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566F295-3182-F855-2DCF-03ECC7288EA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80502" y="1351512"/>
            <a:ext cx="10230995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 Centralized platform for managing appointments, treatments, and payments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 Role-based access for pet owners, veterinarians, and administrators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 Online appointment booking with real-time vet availability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 Complete medical history tracking including vaccinations, treatments, and allergies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 Support for uploading documents such as certificates and insurance records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 Automated reminders for upcoming appointments and due treatments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 Secure payment management with digital receipt generation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 Strong data security and user authentication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 Administrative dashboards with reports on appointments and medicine usage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 Enhances pet care quality and improves clinic efficiency</a:t>
            </a:r>
          </a:p>
        </p:txBody>
      </p:sp>
    </p:spTree>
    <p:extLst>
      <p:ext uri="{BB962C8B-B14F-4D97-AF65-F5344CB8AC3E}">
        <p14:creationId xmlns:p14="http://schemas.microsoft.com/office/powerpoint/2010/main" val="40532102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3D9A9-A798-52CA-334F-217BB0F29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 DESCRIPTION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57E1CE-8048-257F-0FD4-23641063C9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293" y="1439879"/>
            <a:ext cx="8946541" cy="4965403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9600" b="1" dirty="0">
                <a:latin typeface="Aptos Narrow" panose="020B0004020202020204" pitchFamily="34" charset="0"/>
              </a:rPr>
              <a:t>1. Customers</a:t>
            </a:r>
            <a:endParaRPr lang="en-US" sz="9600" dirty="0">
              <a:latin typeface="Aptos Narrow" panose="020B0004020202020204" pitchFamily="34" charset="0"/>
            </a:endParaRPr>
          </a:p>
          <a:p>
            <a:pPr marL="0" indent="0">
              <a:buNone/>
            </a:pPr>
            <a:r>
              <a:rPr lang="en-US" sz="9600" dirty="0">
                <a:latin typeface="Aptos Narrow" panose="020B0004020202020204" pitchFamily="34" charset="0"/>
              </a:rPr>
              <a:t>Stores pet owner profiles including contact info and account status.</a:t>
            </a:r>
          </a:p>
          <a:p>
            <a:pPr marL="0" indent="0">
              <a:buNone/>
            </a:pPr>
            <a:r>
              <a:rPr lang="en-US" sz="9600" dirty="0">
                <a:latin typeface="Aptos Narrow" panose="020B0004020202020204" pitchFamily="34" charset="0"/>
              </a:rPr>
              <a:t>Serves as parent collection for pets, appointments, and payments.</a:t>
            </a:r>
          </a:p>
          <a:p>
            <a:pPr marL="0" indent="0">
              <a:buNone/>
            </a:pPr>
            <a:r>
              <a:rPr lang="en-US" sz="9600" b="1" dirty="0">
                <a:latin typeface="Aptos Narrow" panose="020B0004020202020204" pitchFamily="34" charset="0"/>
              </a:rPr>
              <a:t>2. Vets</a:t>
            </a:r>
            <a:endParaRPr lang="en-US" sz="9600" dirty="0">
              <a:latin typeface="Aptos Narrow" panose="020B0004020202020204" pitchFamily="34" charset="0"/>
            </a:endParaRPr>
          </a:p>
          <a:p>
            <a:pPr marL="0" indent="0">
              <a:buNone/>
            </a:pPr>
            <a:r>
              <a:rPr lang="en-US" sz="9600" dirty="0">
                <a:latin typeface="Aptos Narrow" panose="020B0004020202020204" pitchFamily="34" charset="0"/>
              </a:rPr>
              <a:t>Maintains veterinarian profiles with specialization and availability status.</a:t>
            </a:r>
          </a:p>
          <a:p>
            <a:pPr marL="0" indent="0">
              <a:buNone/>
            </a:pPr>
            <a:r>
              <a:rPr lang="en-US" sz="9600" dirty="0">
                <a:latin typeface="Aptos Narrow" panose="020B0004020202020204" pitchFamily="34" charset="0"/>
              </a:rPr>
              <a:t>Enables vet-specific scheduling and record access.</a:t>
            </a:r>
          </a:p>
          <a:p>
            <a:pPr marL="0" indent="0">
              <a:buNone/>
            </a:pPr>
            <a:r>
              <a:rPr lang="en-US" sz="9600" b="1" dirty="0">
                <a:latin typeface="Aptos Narrow" panose="020B0004020202020204" pitchFamily="34" charset="0"/>
              </a:rPr>
              <a:t>3. Admins</a:t>
            </a:r>
            <a:endParaRPr lang="en-US" sz="9600" dirty="0">
              <a:latin typeface="Aptos Narrow" panose="020B0004020202020204" pitchFamily="34" charset="0"/>
            </a:endParaRPr>
          </a:p>
          <a:p>
            <a:pPr marL="0" indent="0">
              <a:buNone/>
            </a:pPr>
            <a:r>
              <a:rPr lang="en-US" sz="9600" dirty="0">
                <a:latin typeface="Aptos Narrow" panose="020B0004020202020204" pitchFamily="34" charset="0"/>
              </a:rPr>
              <a:t>Contains administrative users with defined roles (admin/</a:t>
            </a:r>
            <a:r>
              <a:rPr lang="en-US" sz="9600" dirty="0" err="1">
                <a:latin typeface="Aptos Narrow" panose="020B0004020202020204" pitchFamily="34" charset="0"/>
              </a:rPr>
              <a:t>superadmin</a:t>
            </a:r>
            <a:r>
              <a:rPr lang="en-US" sz="9600" dirty="0">
                <a:latin typeface="Aptos Narrow" panose="020B0004020202020204" pitchFamily="34" charset="0"/>
              </a:rPr>
              <a:t>).</a:t>
            </a:r>
          </a:p>
          <a:p>
            <a:pPr marL="0" indent="0">
              <a:buNone/>
            </a:pPr>
            <a:r>
              <a:rPr lang="en-US" sz="9600" dirty="0">
                <a:latin typeface="Aptos Narrow" panose="020B0004020202020204" pitchFamily="34" charset="0"/>
              </a:rPr>
              <a:t>Responsible for system-wide management and approvals.</a:t>
            </a:r>
          </a:p>
          <a:p>
            <a:pPr marL="0" indent="0">
              <a:buNone/>
            </a:pPr>
            <a:r>
              <a:rPr lang="en-US" sz="9600" b="1" dirty="0">
                <a:latin typeface="Aptos Narrow" panose="020B0004020202020204" pitchFamily="34" charset="0"/>
              </a:rPr>
              <a:t>4. Pets</a:t>
            </a:r>
            <a:endParaRPr lang="en-US" sz="9600" dirty="0">
              <a:latin typeface="Aptos Narrow" panose="020B0004020202020204" pitchFamily="34" charset="0"/>
            </a:endParaRPr>
          </a:p>
          <a:p>
            <a:pPr marL="0" indent="0">
              <a:buNone/>
            </a:pPr>
            <a:r>
              <a:rPr lang="en-US" sz="9600" dirty="0">
                <a:latin typeface="Aptos Narrow" panose="020B0004020202020204" pitchFamily="34" charset="0"/>
              </a:rPr>
              <a:t>Holds pet details like species, breed, age, and medical notes.</a:t>
            </a:r>
          </a:p>
          <a:p>
            <a:pPr marL="0" indent="0">
              <a:buNone/>
            </a:pPr>
            <a:r>
              <a:rPr lang="en-US" sz="9600" dirty="0">
                <a:latin typeface="Aptos Narrow" panose="020B0004020202020204" pitchFamily="34" charset="0"/>
              </a:rPr>
              <a:t>Linked to both customer and pet type</a:t>
            </a:r>
            <a:r>
              <a:rPr lang="en-US" sz="9600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273971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2EE15AD-FF2C-C50C-F39B-C855AAA180AB}"/>
              </a:ext>
            </a:extLst>
          </p:cNvPr>
          <p:cNvSpPr txBox="1"/>
          <p:nvPr/>
        </p:nvSpPr>
        <p:spPr>
          <a:xfrm>
            <a:off x="1024269" y="302359"/>
            <a:ext cx="9462977" cy="6555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>
                <a:latin typeface="Aptos Narrow" panose="020B0004020202020204" pitchFamily="34" charset="0"/>
              </a:rPr>
              <a:t>5. Pet types</a:t>
            </a:r>
            <a:endParaRPr lang="en-US" sz="2800" dirty="0">
              <a:latin typeface="Aptos Narrow" panose="020B00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Aptos Narrow" panose="020B0004020202020204" pitchFamily="34" charset="0"/>
              </a:rPr>
              <a:t> Classifies pets by type and category (e.g., Domestic, Exotic).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Aptos Narrow" panose="020B0004020202020204" pitchFamily="34" charset="0"/>
              </a:rPr>
              <a:t> Facilitates accurate filtering and clinic-wide reporting.</a:t>
            </a:r>
          </a:p>
          <a:p>
            <a:pPr>
              <a:buNone/>
            </a:pPr>
            <a:r>
              <a:rPr lang="en-US" sz="2800" b="1" dirty="0">
                <a:latin typeface="Aptos Narrow" panose="020B0004020202020204" pitchFamily="34" charset="0"/>
              </a:rPr>
              <a:t>6. Appointments</a:t>
            </a:r>
            <a:endParaRPr lang="en-US" sz="2800" dirty="0">
              <a:latin typeface="Aptos Narrow" panose="020B00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Aptos Narrow" panose="020B0004020202020204" pitchFamily="34" charset="0"/>
              </a:rPr>
              <a:t> Tracks visits between customers and vets.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Aptos Narrow" panose="020B0004020202020204" pitchFamily="34" charset="0"/>
              </a:rPr>
              <a:t> Includes reason, date, and status (scheduled, completed, cancelled).</a:t>
            </a:r>
          </a:p>
          <a:p>
            <a:pPr>
              <a:buNone/>
            </a:pPr>
            <a:r>
              <a:rPr lang="en-US" sz="2800" b="1" dirty="0">
                <a:latin typeface="Aptos Narrow" panose="020B0004020202020204" pitchFamily="34" charset="0"/>
              </a:rPr>
              <a:t>7. Treatments</a:t>
            </a:r>
            <a:endParaRPr lang="en-US" sz="2800" dirty="0">
              <a:latin typeface="Aptos Narrow" panose="020B00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Aptos Narrow" panose="020B0004020202020204" pitchFamily="34" charset="0"/>
              </a:rPr>
              <a:t> Logs diagnosis, treatment notes, prescriptions, and follow-up needs.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Aptos Narrow" panose="020B0004020202020204" pitchFamily="34" charset="0"/>
              </a:rPr>
              <a:t> Ensures consistent medical tracking for pets.</a:t>
            </a:r>
          </a:p>
          <a:p>
            <a:pPr>
              <a:buNone/>
            </a:pPr>
            <a:r>
              <a:rPr lang="en-US" sz="2800" b="1" dirty="0">
                <a:latin typeface="Aptos Narrow" panose="020B0004020202020204" pitchFamily="34" charset="0"/>
              </a:rPr>
              <a:t>8. Payments</a:t>
            </a:r>
            <a:endParaRPr lang="en-US" sz="2800" dirty="0">
              <a:latin typeface="Aptos Narrow" panose="020B00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Aptos Narrow" panose="020B0004020202020204" pitchFamily="34" charset="0"/>
              </a:rPr>
              <a:t> Manages financial records for appointments.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Aptos Narrow" panose="020B0004020202020204" pitchFamily="34" charset="0"/>
              </a:rPr>
              <a:t> Includes payment method, receipt URL, and status (paid, refunded, etc.)</a:t>
            </a:r>
          </a:p>
        </p:txBody>
      </p:sp>
    </p:spTree>
    <p:extLst>
      <p:ext uri="{BB962C8B-B14F-4D97-AF65-F5344CB8AC3E}">
        <p14:creationId xmlns:p14="http://schemas.microsoft.com/office/powerpoint/2010/main" val="22433209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8.png">
            <a:extLst>
              <a:ext uri="{FF2B5EF4-FFF2-40B4-BE49-F238E27FC236}">
                <a16:creationId xmlns:a16="http://schemas.microsoft.com/office/drawing/2014/main" id="{9AD3A9C9-7439-C7E6-6F75-649AB9F92A28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2165131" y="819807"/>
            <a:ext cx="7651531" cy="5675586"/>
          </a:xfrm>
          <a:prstGeom prst="rect">
            <a:avLst/>
          </a:prstGeom>
          <a:ln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1F86248-0ECF-97AA-D809-0C40705671F2}"/>
              </a:ext>
            </a:extLst>
          </p:cNvPr>
          <p:cNvSpPr txBox="1"/>
          <p:nvPr/>
        </p:nvSpPr>
        <p:spPr>
          <a:xfrm>
            <a:off x="845288" y="362607"/>
            <a:ext cx="29718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ER DIAGRAM: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9966821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4.png">
            <a:extLst>
              <a:ext uri="{FF2B5EF4-FFF2-40B4-BE49-F238E27FC236}">
                <a16:creationId xmlns:a16="http://schemas.microsoft.com/office/drawing/2014/main" id="{467C1907-73C5-F4D8-5F4F-5EEE6A356D09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933354" y="1339703"/>
            <a:ext cx="8325291" cy="4837814"/>
          </a:xfrm>
          <a:prstGeom prst="rect">
            <a:avLst/>
          </a:prstGeom>
          <a:ln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2F8B538-A8D6-EBC7-70CF-89BA73D8FF71}"/>
              </a:ext>
            </a:extLst>
          </p:cNvPr>
          <p:cNvSpPr txBox="1"/>
          <p:nvPr/>
        </p:nvSpPr>
        <p:spPr>
          <a:xfrm>
            <a:off x="1010093" y="680483"/>
            <a:ext cx="33333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COLLECTIONS: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0042910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5A1894-7128-AF2A-6D83-44200EB33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Admin Operations Overview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1DBE8E87-BCA3-C8DC-BC4A-72482A1A47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181" y="2427068"/>
            <a:ext cx="3625703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Create Pet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Add new pets with categories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i.e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breed.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Appointments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Schedule, modify, or cancel appointments; assign vets.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Manage vet profiles, specializations, and availability.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Payments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View payment history, track status, and access receipts.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10C42BF-264D-1C67-D361-62937E2C3F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0884" y="2185192"/>
            <a:ext cx="7745391" cy="3346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7524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2F6E51-62B3-054D-4657-9863EE4FB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Customer Operations Overview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DECADE7-DE25-326A-C9E8-76AD6B2BC1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10" y="2085522"/>
            <a:ext cx="8108651" cy="3698589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381CD22F-1DE7-1EAA-CA17-645A5315C9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9153" y="1969273"/>
            <a:ext cx="3532484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Create Pet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Register new pets with details like species, breed, age, and medical info.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My Pets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View, manage, and update profiles for all registered pets.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Schedule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Book appointments with available vets by selecting date and time.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Treatments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Access medical history including diagnoses, prescriptions, and care notes.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Payments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View past transactions, download receipts, and track service costs.</a:t>
            </a:r>
          </a:p>
        </p:txBody>
      </p:sp>
    </p:spTree>
    <p:extLst>
      <p:ext uri="{BB962C8B-B14F-4D97-AF65-F5344CB8AC3E}">
        <p14:creationId xmlns:p14="http://schemas.microsoft.com/office/powerpoint/2010/main" val="40053061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CC72C-8DC4-164D-DB51-B48ACD7B7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Veterinarian Operations Overview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267249-E339-74A4-BB39-43065B60143F}"/>
              </a:ext>
            </a:extLst>
          </p:cNvPr>
          <p:cNvSpPr txBox="1"/>
          <p:nvPr/>
        </p:nvSpPr>
        <p:spPr>
          <a:xfrm>
            <a:off x="5640572" y="2961167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F65A5E8-F033-E1A7-4309-833DCEC71A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399" y="2167407"/>
            <a:ext cx="3585647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View Appointments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Access daily schedule with pet and owner details.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Manage Treatments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Record diagnosis, add treatment notes, and prescribe medications.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Access Pet Records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Review medical history, allergies, and previous visits for informed care.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Update Follow-Ups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Schedule or recommend future visits and care plans.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866514D-D28D-F911-23DC-EB29F1CA84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4332" y="2167407"/>
            <a:ext cx="8069269" cy="3265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94044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974B9-2047-BEF8-EE57-9D4C9FC9B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233" y="847353"/>
            <a:ext cx="9404723" cy="1400530"/>
          </a:xfrm>
        </p:spPr>
        <p:txBody>
          <a:bodyPr/>
          <a:lstStyle/>
          <a:p>
            <a:r>
              <a:rPr lang="en-US" dirty="0"/>
              <a:t>CONCLUSION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354C3F1-115F-CE2A-45D1-1E915B1E1C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0232" y="2211612"/>
            <a:ext cx="10615447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Veterinary Appointment System effectively bridges the gap between pet owners, veterinarians, and clinic administrators through a centralized, user-friendly platform. By streamlining appointment scheduling, medical recordkeeping, and administrative tasks, it enhances operational efficiency and ensures high-quality, continuous care for a wide range of animals. The system’s adaptability, automation, and data-driven insights make it a valuable tool for modern veterinary practices aiming to deliver more organized, responsive, and compassionate care.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154508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154</TotalTime>
  <Words>616</Words>
  <Application>Microsoft Office PowerPoint</Application>
  <PresentationFormat>Widescreen</PresentationFormat>
  <Paragraphs>62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Aldhabi</vt:lpstr>
      <vt:lpstr>Aptos Narrow</vt:lpstr>
      <vt:lpstr>Arial</vt:lpstr>
      <vt:lpstr>Century Gothic</vt:lpstr>
      <vt:lpstr>Wingdings 3</vt:lpstr>
      <vt:lpstr>Ion</vt:lpstr>
      <vt:lpstr>Veterinary Appoinment System Course Name: Advanced Databse Systems under the guidance of Prof. Khomsun Singhirunnusorn </vt:lpstr>
      <vt:lpstr>PROJECT DESCRIPTION</vt:lpstr>
      <vt:lpstr>DATABASE DESCRIPTION</vt:lpstr>
      <vt:lpstr>PowerPoint Presentation</vt:lpstr>
      <vt:lpstr>PowerPoint Presentation</vt:lpstr>
      <vt:lpstr>PowerPoint Presentation</vt:lpstr>
      <vt:lpstr>Admin Operations Overview</vt:lpstr>
      <vt:lpstr>Customer Operations Overview</vt:lpstr>
      <vt:lpstr>Veterinarian Operations Overview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Rohini Muniganti</dc:creator>
  <cp:lastModifiedBy>Rohini Muniganti</cp:lastModifiedBy>
  <cp:revision>7</cp:revision>
  <dcterms:created xsi:type="dcterms:W3CDTF">2025-08-04T03:52:45Z</dcterms:created>
  <dcterms:modified xsi:type="dcterms:W3CDTF">2025-08-07T21:15:12Z</dcterms:modified>
</cp:coreProperties>
</file>